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2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2C666-30DE-64FA-FC7E-883827B4D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4E5DA-38B3-9653-233B-64842CA7F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1353B-4B83-EDB2-6188-14F0473A9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998D2-860E-F8E2-A9EA-EE255EC2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5DE71-331D-54BB-D738-E8D63C7A2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49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A4EC3-ECBB-B03A-E58E-FBE0B3E20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71C4F-86E4-A434-0336-B4A3DD86E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8BDF3-2582-D05D-48D0-36C383506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4A04A-A3F7-87F7-7946-AD37886B3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AA46A-EF57-0B18-BE98-3261478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17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2D0D9-135B-C122-46F6-557608FA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ECA77-123B-DD96-6F74-A891F496F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6B64D-8906-CDEB-01C9-0907108C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53FCE-9DBF-4CDB-98F3-7433CD318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3D3CC-43A1-F492-755B-1412FF191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2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783A7-080C-7D92-EC25-9F160598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592ED-23A6-3E47-8558-FDB29EF26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0FBD3-D1E1-9C74-03A2-6BD29F2DC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10F4A-75B8-0862-5803-325B2917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592C1-4E46-E6AC-CDB0-D5E67A22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6FB4E-D921-8AEC-4256-6B5B50D8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66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0891-2284-D60C-B84C-8BA23940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CC0E4-3411-AA9E-4D56-3DBBCC1DD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789AE-88A1-A771-55A6-FB7E0981D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8A0E6-8D2D-06BD-380C-2FB5C0ED0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EBB4F-039A-99AF-AD6E-048CFBA66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996F25-9C48-E911-A639-E569B0C4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6B2B4-70F9-0C62-E9DD-75EB6FDA5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65351C-4EF7-9205-6A29-D66DCE17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7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F73E-7005-8DE6-60A1-BAADC80B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E96CE-A598-89D3-16AA-13381725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55310-0F4C-EAFD-320B-3B8F9D569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5896C-0412-0966-79FA-2D048ADE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3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BAA1A-934B-4DA4-4396-FCC454EC0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90E42A-E51B-0DCB-AB48-F79C55AB6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14963-B72C-DAD1-0E94-75C76CD6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87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29944-B646-E8B6-9281-E9EEE665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933B4-4642-8B77-A273-51158B461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10BBF-3045-7B0F-CCDB-7E760534F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D11D7-AA2F-2176-59DA-21A975A7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F8A06-3FBC-ACF2-1607-1115A707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7B370-73B4-D5EE-08B4-02E86D7B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0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296E1-A95A-386D-01C5-19D2254C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FE92B-74F1-F06B-90B6-8B769DCA0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11591-FB5E-8B82-2040-07A2D2639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43938-8DC2-680E-4DE0-6EDB7343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D516C-0DE4-8518-253B-6D4AABB3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4C156-E3E8-CF64-F7D0-30A4C8442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04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3A974-79D8-3389-C1B4-6DACF4C3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1A21D-5643-1808-CCC6-770401783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9D4C6-C7D9-5BB2-7744-D91863167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F01FF-CED4-B926-0458-8179982C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5184A-B5AC-3BE2-A0F7-BC2A46CBA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43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2B25A-AAE2-C7A5-AABE-C16F60630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E1267-3472-5EC6-F354-14E735FFD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717CC-61B9-624A-7EB3-C2727C0D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84D4F-0C1B-9ECF-F5D3-F96818D9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9B12B-288B-A92D-B297-0AE7D601D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8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C82EA-CDC3-A166-01DA-CC961AFC0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BEEA2-8943-1AB8-05FF-EE3331107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DBACA-71C9-6D2C-9F66-779ABA67E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731D05-6F64-460F-9E83-7B5622DCB1C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D5B8-126C-43EF-16D3-EB85FCAFF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6A42D-8845-A723-8BBA-4E8C8352D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A5109-0E65-4E03-8FF9-5EE34F828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1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C88E-7E27-CF94-EDA1-8CE3C75BCA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study </a:t>
            </a:r>
            <a:r>
              <a:rPr lang="en-US" dirty="0" err="1"/>
              <a:t>Github</a:t>
            </a:r>
            <a:r>
              <a:rPr lang="en-US" dirty="0"/>
              <a:t> copilot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A542F-F26C-55E0-0C39-0FB95A4CE1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52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6BA0-461F-4A79-7EC3-99BC8228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Copilot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Request,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C2762-4E91-20F2-BEAD-624CC8B54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99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vi-VN" dirty="0"/>
              <a:t>Tool calls trong agent mode **KHÔNG tính thêm** — agent chạy 50+ bước vẫn chỉ 1 request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85BC1D-6826-F00F-ADE5-FAFCCDC4D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792" y="2599934"/>
            <a:ext cx="8542493" cy="404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2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F6A8-46A1-98F9-8D7A-CCAEADF6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CB4E38F-0597-5987-F6BC-52E12C455A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991" y="1454364"/>
            <a:ext cx="9377174" cy="527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30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79CF-393D-6DD8-2B4E-4AC5D489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Ví</a:t>
            </a:r>
            <a:r>
              <a:rPr lang="en-US" sz="3200" dirty="0"/>
              <a:t> </a:t>
            </a:r>
            <a:r>
              <a:rPr lang="en-US" sz="3200" dirty="0" err="1"/>
              <a:t>dụ</a:t>
            </a:r>
            <a:r>
              <a:rPr lang="en-US" sz="3200" dirty="0"/>
              <a:t>: </a:t>
            </a:r>
            <a:r>
              <a:rPr lang="en-US" sz="3200" dirty="0" err="1"/>
              <a:t>Điều</a:t>
            </a:r>
            <a:r>
              <a:rPr lang="en-US" sz="3200" dirty="0"/>
              <a:t> </a:t>
            </a:r>
            <a:r>
              <a:rPr lang="en-US" sz="3200" dirty="0" err="1"/>
              <a:t>tra</a:t>
            </a:r>
            <a:r>
              <a:rPr lang="en-US" sz="3200" dirty="0"/>
              <a:t> bug "Checkout 500 </a:t>
            </a:r>
            <a:r>
              <a:rPr lang="en-US" sz="3200" dirty="0" err="1"/>
              <a:t>lỗi</a:t>
            </a:r>
            <a:r>
              <a:rPr lang="en-US" sz="3200" dirty="0"/>
              <a:t> </a:t>
            </a:r>
            <a:r>
              <a:rPr lang="en-US" sz="3200" dirty="0" err="1"/>
              <a:t>ngẫu</a:t>
            </a:r>
            <a:r>
              <a:rPr lang="en-US" sz="3200" dirty="0"/>
              <a:t> </a:t>
            </a:r>
            <a:r>
              <a:rPr lang="en-US" sz="3200" dirty="0" err="1"/>
              <a:t>nhiên</a:t>
            </a:r>
            <a:r>
              <a:rPr lang="en-US" sz="3200" dirty="0"/>
              <a:t> ~5% requests". Spring Boot + ReactJS + JPA/Hibernate + </a:t>
            </a:r>
            <a:r>
              <a:rPr lang="en-US" sz="3200" dirty="0" err="1"/>
              <a:t>VNPay</a:t>
            </a:r>
            <a:r>
              <a:rPr lang="en-US" sz="3200" dirty="0"/>
              <a:t>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A91FE-EC08-2D95-1F6D-F183BFEE2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DAD65-C156-721A-754B-D3E7CAB11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31" y="1690688"/>
            <a:ext cx="9622577" cy="503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29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CF77-D4C9-60EF-0935-748086BAC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Dùng</a:t>
            </a:r>
            <a:r>
              <a:rPr lang="en-US"/>
              <a:t> Copilot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D0928-A1AF-BA86-56A5-FE04BC48C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88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69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Case study Github copilot</vt:lpstr>
      <vt:lpstr>Github Copilot tính Phí theo Request, Không theo Token</vt:lpstr>
      <vt:lpstr>Cơ chế hoạt động</vt:lpstr>
      <vt:lpstr>Ví dụ: Điều tra bug "Checkout 500 lỗi ngẫu nhiên ~5% requests". Spring Boot + ReactJS + JPA/Hibernate + VNPay API</vt:lpstr>
      <vt:lpstr>Dùng Copilot CLI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LinhTD3</dc:creator>
  <cp:lastModifiedBy>LinhTD3</cp:lastModifiedBy>
  <cp:revision>1</cp:revision>
  <dcterms:created xsi:type="dcterms:W3CDTF">2026-04-09T05:10:15Z</dcterms:created>
  <dcterms:modified xsi:type="dcterms:W3CDTF">2026-04-09T05:35:12Z</dcterms:modified>
</cp:coreProperties>
</file>